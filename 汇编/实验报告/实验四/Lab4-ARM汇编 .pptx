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30" r:id="rId5"/>
    <p:sldId id="347" r:id="rId6"/>
    <p:sldId id="348" r:id="rId7"/>
    <p:sldId id="349" r:id="rId8"/>
    <p:sldId id="350" r:id="rId9"/>
    <p:sldId id="366" r:id="rId10"/>
    <p:sldId id="367" r:id="rId11"/>
    <p:sldId id="351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46" r:id="rId22"/>
    <p:sldId id="362" r:id="rId23"/>
    <p:sldId id="363" r:id="rId24"/>
    <p:sldId id="364" r:id="rId25"/>
    <p:sldId id="36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A01"/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6" d="100"/>
          <a:sy n="96" d="100"/>
        </p:scale>
        <p:origin x="1668" y="150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hyperlink" Target="https://www.huaweicloud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Lab4- ARM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平台 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HelloWorld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07474" y="786637"/>
            <a:ext cx="10770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登录华为云账号 </a:t>
            </a:r>
            <a:r>
              <a:rPr lang="en-US" altLang="zh-CN" sz="3200" dirty="0">
                <a:solidFill>
                  <a:srgbClr val="C00000"/>
                </a:solidFill>
                <a:hlinkClick r:id="rId1"/>
              </a:rPr>
              <a:t>https://www.huaweicloud.com/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412"/>
            <a:ext cx="12192000" cy="55010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30634" y="251106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点击产品 → 弹性云服务器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ECS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→ 购买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788" b="22178"/>
          <a:stretch>
            <a:fillRect/>
          </a:stretch>
        </p:blipFill>
        <p:spPr>
          <a:xfrm>
            <a:off x="0" y="1181810"/>
            <a:ext cx="12095922" cy="4920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61016" y="251106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基础配置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4166" y="817370"/>
            <a:ext cx="11143667" cy="5718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53687" y="271225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基础配置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" b="772"/>
          <a:stretch>
            <a:fillRect/>
          </a:stretch>
        </p:blipFill>
        <p:spPr>
          <a:xfrm>
            <a:off x="795445" y="735984"/>
            <a:ext cx="10116483" cy="6122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7830" y="1491076"/>
            <a:ext cx="9445928" cy="38758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68461"/>
            <a:ext cx="12192000" cy="5511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47"/>
          <a:stretch>
            <a:fillRect/>
          </a:stretch>
        </p:blipFill>
        <p:spPr>
          <a:xfrm>
            <a:off x="848415" y="1194634"/>
            <a:ext cx="10495169" cy="5313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3228" y="294085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5.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云服务器管理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13" y="829616"/>
            <a:ext cx="10880121" cy="59115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6.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完成购买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8023" y="1496746"/>
            <a:ext cx="11555954" cy="437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云服务器使用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938" y="1122094"/>
            <a:ext cx="11502811" cy="4987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云服务器使用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642" y="856033"/>
            <a:ext cx="11518716" cy="5465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云服务器使用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0526" y="798975"/>
            <a:ext cx="11670948" cy="6059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云服务器使用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4871" y="886609"/>
            <a:ext cx="10770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如果想在本地使用</a:t>
            </a:r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SSH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、</a:t>
            </a:r>
            <a:r>
              <a:rPr lang="en-US" altLang="zh-CN" sz="2800" dirty="0" err="1">
                <a:solidFill>
                  <a:schemeClr val="tx2">
                    <a:lumMod val="50000"/>
                  </a:schemeClr>
                </a:solidFill>
                <a:latin typeface="+mn-ea"/>
              </a:rPr>
              <a:t>Openshell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等工具访问云服务器，在购买服务器时选择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购买弹性公网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IP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789" y="1840716"/>
            <a:ext cx="8810422" cy="4890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创建源码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4327" y="1168711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执行以下命令，创建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</a:rPr>
              <a:t> hello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目录，存放该程序的所有文件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</a:rPr>
              <a:t>,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并进入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</a:rPr>
              <a:t> hello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目录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40805" y="1920117"/>
            <a:ext cx="9239693" cy="1141851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mkdir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hello</a:t>
            </a:r>
            <a:endParaRPr lang="zh-CN" sz="24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cd hello</a:t>
            </a:r>
            <a:endParaRPr lang="zh-CN" sz="24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2"/>
          <p:cNvSpPr txBox="1">
            <a:spLocks noChangeArrowheads="1"/>
          </p:cNvSpPr>
          <p:nvPr/>
        </p:nvSpPr>
        <p:spPr bwMode="auto">
          <a:xfrm>
            <a:off x="640804" y="4057294"/>
            <a:ext cx="9239693" cy="579582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vim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hello.s</a:t>
            </a:r>
            <a:endParaRPr kumimoji="0" lang="en-US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38375" y="3152001"/>
            <a:ext cx="489909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执行以下命令，创建示例程序源码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hello.s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创建源码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120" y="834443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输入代码内容</a:t>
            </a:r>
            <a:endParaRPr lang="zh-CN" altLang="en-US" sz="20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780869" y="1282359"/>
            <a:ext cx="7334070" cy="5324535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.text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.global _start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_start: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 x0,#0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 err="1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ldr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x1,=msg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 x2,len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 x8,64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svc #0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 x0,123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 x8,93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svc #0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.data 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msg: 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.ascii "Hello World!\n"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 err="1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=.-msg</a:t>
            </a:r>
            <a:endParaRPr lang="zh-CN" sz="20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Vim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基本模式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4298" y="646197"/>
            <a:ext cx="10770326" cy="591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命令模式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Vim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默认模式，命令模式下的按键都会被当做命令执行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任何模式下都可以通过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esc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回到命令模式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插入模式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必须进入插入模式才允许编辑内容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从命令模式按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/o/a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键进入插入模式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末行模式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常用于文件保存、退出及列出行号等操作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从命令模式按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shift+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进入末行模式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:w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保存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]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:q   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]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wq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保存并退出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]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:q!  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不保存强制退出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]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Shell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界面输入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vimtutor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学习更多用法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编译运行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0837" y="1117479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保存示例源码文件，然后退出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charset="-122"/>
              </a:rPr>
              <a:t> vim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编辑器。在当前目录中依次执行以下命令，进行代码编译运行。</a:t>
            </a:r>
            <a:r>
              <a:rPr lang="zh-CN" altLang="zh-CN" sz="2000" dirty="0">
                <a:effectLst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23436" y="1833669"/>
            <a:ext cx="7321006" cy="1695849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as hello.s -o hello.o</a:t>
            </a:r>
            <a:endParaRPr lang="zh-CN" sz="2400" kern="10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ld hello.o -o hello</a:t>
            </a:r>
            <a:endParaRPr lang="zh-CN" sz="2400" kern="10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./hello</a:t>
            </a:r>
            <a:endParaRPr lang="zh-CN" sz="2400" kern="10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17" y="4075766"/>
            <a:ext cx="66579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15343" y="1218095"/>
            <a:ext cx="10761314" cy="289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汇编语句的解析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运行截图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回答问题：同样的代码能否在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x86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平台运行，为什么？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云服务器的释放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962" y="945457"/>
            <a:ext cx="11070076" cy="53696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云服务器的释放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221" y="786637"/>
            <a:ext cx="9105558" cy="59825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查看代金券余额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361" y="890882"/>
            <a:ext cx="11527277" cy="54694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查看代金券余额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77697"/>
            <a:ext cx="12192000" cy="33026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WPS 演示</Application>
  <PresentationFormat>宽屏</PresentationFormat>
  <Paragraphs>126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方正姚体</vt:lpstr>
      <vt:lpstr>微软雅黑</vt:lpstr>
      <vt:lpstr>OPPOSans B</vt:lpstr>
      <vt:lpstr>Calibri</vt:lpstr>
      <vt:lpstr>Arial Unicode MS</vt:lpstr>
      <vt:lpstr>等线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言</cp:lastModifiedBy>
  <cp:revision>68</cp:revision>
  <dcterms:created xsi:type="dcterms:W3CDTF">2020-05-18T06:41:00Z</dcterms:created>
  <dcterms:modified xsi:type="dcterms:W3CDTF">2025-11-17T08:27:51Z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282F56C348254210A64B0010EAEB3449_13</vt:lpwstr>
  </property>
  <property fmtid="{D5CDD505-2E9C-101B-9397-08002B2CF9AE}" pid="3" name="KSOProductBuildVer">
    <vt:lpwstr>2052-12.1.0.23542</vt:lpwstr>
  </property>
</Properties>
</file>