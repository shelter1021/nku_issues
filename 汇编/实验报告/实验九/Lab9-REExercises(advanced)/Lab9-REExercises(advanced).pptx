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68" r:id="rId5"/>
    <p:sldId id="369" r:id="rId6"/>
    <p:sldId id="370" r:id="rId7"/>
    <p:sldId id="371" r:id="rId8"/>
    <p:sldId id="34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69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114" y="-12"/>
      </p:cViewPr>
      <p:guideLst>
        <p:guide pos="445"/>
        <p:guide pos="7265"/>
        <p:guide orient="horz" pos="648"/>
        <p:guide orient="horz" pos="69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Lab9 -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REExercises</a:t>
            </a:r>
            <a:r>
              <a:rPr lang="zh-CN" alt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（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advanced</a:t>
            </a:r>
            <a:r>
              <a:rPr lang="zh-CN" alt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）</a:t>
            </a: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  <a:p>
            <a:pPr algn="ctr">
              <a:lnSpc>
                <a:spcPct val="160000"/>
              </a:lnSpc>
            </a:pP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264" y="1102990"/>
            <a:ext cx="10912003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通过对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task3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task4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反汇编命令及反编译伪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代码的分析，逆向推理出待输入字符串的计算公式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，使用熟悉的编程语言（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等）对待输入字符串进行计算，完成逆向分析挑战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完成逆向分析挑战。</a:t>
            </a:r>
            <a:endParaRPr lang="zh-CN" altLang="en-US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28148036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86"/>
          <a:stretch>
            <a:fillRect/>
          </a:stretch>
        </p:blipFill>
        <p:spPr bwMode="auto">
          <a:xfrm>
            <a:off x="487045" y="3208655"/>
            <a:ext cx="7731760" cy="129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320" y="2484120"/>
            <a:ext cx="67494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使用左侧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Symbols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搜索框快速定位程序入口点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735" y="370840"/>
            <a:ext cx="4619625" cy="6116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320" y="2484120"/>
            <a:ext cx="395859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右键数据轻松实现数制或数据类型转换</a:t>
            </a:r>
            <a:endParaRPr 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670" y="1327785"/>
            <a:ext cx="6932295" cy="4448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320" y="2484120"/>
            <a:ext cx="395859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F5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一键反编译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1094" t="-6" r="54729" b="6"/>
          <a:stretch>
            <a:fillRect/>
          </a:stretch>
        </p:blipFill>
        <p:spPr>
          <a:xfrm>
            <a:off x="4591050" y="580390"/>
            <a:ext cx="6605270" cy="6027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1272" y="1047284"/>
            <a:ext cx="11132946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分别针对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task3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task4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Binary Ninja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，获得可执行文件的反汇编代码及反编译伪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代码，提供截图。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分别针对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task3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task4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反编译伪代码的计算过程、数据结构、条件判断等信息进行逆向分析，列出正确输入字符串的计算公式。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使用熟悉的编程语言，分别针对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task3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task4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编写脚本，计算出正确的字符串，提供脚本输出结果的截图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分别运行程序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task3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task4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，输入计算得到的字符串进行验证，获得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“Correct”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输出，提供截图。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31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Calibri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邓邓邓邓</cp:lastModifiedBy>
  <cp:revision>77</cp:revision>
  <dcterms:created xsi:type="dcterms:W3CDTF">2020-05-18T06:41:00Z</dcterms:created>
  <dcterms:modified xsi:type="dcterms:W3CDTF">2025-12-21T02:23:09Z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42FB70A8DCFF4AFA97616FBEBEE0F935_12</vt:lpwstr>
  </property>
</Properties>
</file>