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9" r:id="rId3"/>
    <p:sldId id="368" r:id="rId5"/>
    <p:sldId id="34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45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694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邓 琮弋" initials="邓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1" autoAdjust="0"/>
    <p:restoredTop sz="86626" autoAdjust="0"/>
  </p:normalViewPr>
  <p:slideViewPr>
    <p:cSldViewPr snapToGrid="0" showGuides="1">
      <p:cViewPr varScale="1">
        <p:scale>
          <a:sx n="98" d="100"/>
          <a:sy n="98" d="100"/>
        </p:scale>
        <p:origin x="114" y="-12"/>
      </p:cViewPr>
      <p:guideLst>
        <p:guide pos="445"/>
        <p:guide pos="7265"/>
        <p:guide orient="horz" pos="648"/>
        <p:guide orient="horz" pos="694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/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/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/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/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/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/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/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/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/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/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/>
          <p:cNvSpPr txBox="1"/>
          <p:nvPr/>
        </p:nvSpPr>
        <p:spPr>
          <a:xfrm>
            <a:off x="1517396" y="1753802"/>
            <a:ext cx="9157208" cy="22560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Lab8 - </a:t>
            </a:r>
            <a:r>
              <a:rPr lang="en-US" altLang="zh-CN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REExercises</a:t>
            </a:r>
            <a:r>
              <a:rPr lang="zh-CN" alt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（</a:t>
            </a:r>
            <a:r>
              <a:rPr lang="en-US" altLang="zh-CN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simple</a:t>
            </a:r>
            <a:r>
              <a:rPr lang="zh-CN" alt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）</a:t>
            </a:r>
            <a:endParaRPr lang="zh-CN" altLang="en-US" sz="48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  <a:p>
            <a:pPr algn="ctr">
              <a:lnSpc>
                <a:spcPct val="160000"/>
              </a:lnSpc>
            </a:pPr>
            <a:endParaRPr lang="zh-CN" altLang="en-US" sz="48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2" name="内容占位符 14"/>
          <p:cNvSpPr txBox="1"/>
          <p:nvPr/>
        </p:nvSpPr>
        <p:spPr>
          <a:xfrm>
            <a:off x="2859872" y="3992857"/>
            <a:ext cx="6472255" cy="104336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邓琮弋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400" dirty="0">
                <a:ea typeface="微软雅黑" panose="020B0503020204020204" pitchFamily="34" charset="-122"/>
              </a:rPr>
              <a:t>2025</a:t>
            </a:r>
            <a:r>
              <a:rPr lang="zh-CN" altLang="en-US" sz="2400" dirty="0"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ea typeface="微软雅黑" panose="020B0503020204020204" pitchFamily="34" charset="-122"/>
              </a:rPr>
              <a:t>12</a:t>
            </a:r>
            <a:r>
              <a:rPr lang="zh-CN" altLang="en-US" sz="2400" dirty="0">
                <a:ea typeface="微软雅黑" panose="020B0503020204020204" pitchFamily="34" charset="-122"/>
              </a:rPr>
              <a:t>月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210295" y="339501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实验内容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1264" y="1102990"/>
            <a:ext cx="10912003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对反汇编代码的计算过程、条件判断、分支结构等信息进行分析，逆向推出程序的正确输入数据，完成逆向分析挑战。</a:t>
            </a:r>
            <a:endParaRPr lang="zh-CN" altLang="en-US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540139547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45" y="4486275"/>
            <a:ext cx="773176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8148036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586"/>
          <a:stretch>
            <a:fillRect/>
          </a:stretch>
        </p:blipFill>
        <p:spPr bwMode="auto">
          <a:xfrm>
            <a:off x="487045" y="2689225"/>
            <a:ext cx="7731760" cy="1299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实验报告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29527" y="1161584"/>
            <a:ext cx="11132946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分别对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task1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task2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Binary Ninja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，获得二进制代码的反汇编代码，提供截图。</a:t>
            </a:r>
            <a:endParaRPr lang="zh-CN" altLang="en-US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分别对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task1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task2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反汇编代码的计算过程、数据结构、条件判断、分支结构等信息进行逆向分析，在实验报告中记录逆向分析的详细过程，并画出程序流程图。</a:t>
            </a:r>
            <a:endParaRPr lang="zh-CN" altLang="en-US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分别运行程序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task1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task2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，根据提示输入逆向挑战的结果，获得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“Correct”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输出，提供截图。</a:t>
            </a:r>
            <a:endParaRPr lang="zh-CN" altLang="en-US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endParaRPr lang="zh-CN" altLang="en-US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WPS 演示</Application>
  <PresentationFormat>宽屏</PresentationFormat>
  <Paragraphs>19</Paragraphs>
  <Slides>3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方正姚体</vt:lpstr>
      <vt:lpstr>微软雅黑</vt:lpstr>
      <vt:lpstr>OPPOSans B</vt:lpstr>
      <vt:lpstr>Times New Roman</vt:lpstr>
      <vt:lpstr>Calibri</vt:lpstr>
      <vt:lpstr>Arial Unicode MS</vt:lpstr>
      <vt:lpstr>等线</vt:lpstr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邓邓邓邓</cp:lastModifiedBy>
  <cp:revision>76</cp:revision>
  <dcterms:created xsi:type="dcterms:W3CDTF">2020-05-18T06:41:00Z</dcterms:created>
  <dcterms:modified xsi:type="dcterms:W3CDTF">2025-12-12T07:46:18Z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42FB70A8DCFF4AFA97616FBEBEE0F935_12</vt:lpwstr>
  </property>
</Properties>
</file>