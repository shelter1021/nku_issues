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9" r:id="rId3"/>
    <p:sldId id="363" r:id="rId5"/>
    <p:sldId id="364" r:id="rId6"/>
    <p:sldId id="365" r:id="rId7"/>
    <p:sldId id="366" r:id="rId8"/>
    <p:sldId id="367" r:id="rId9"/>
    <p:sldId id="368" r:id="rId10"/>
    <p:sldId id="34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 showGuides="1">
      <p:cViewPr varScale="1">
        <p:scale>
          <a:sx n="98" d="100"/>
          <a:sy n="98" d="100"/>
        </p:scale>
        <p:origin x="114" y="-12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Lab7 - 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REChallenge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ea typeface="微软雅黑" panose="020B0503020204020204" pitchFamily="34" charset="-122"/>
              </a:rPr>
              <a:t>月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Binary Ninja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953770"/>
            <a:ext cx="8243570" cy="57924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81500" y="255905"/>
            <a:ext cx="5989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</a:rPr>
              <a:t>https://binary.ninja/free/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413" y="786637"/>
            <a:ext cx="9781174" cy="617836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60" y="0"/>
            <a:ext cx="11026680" cy="6972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393" y="0"/>
            <a:ext cx="11087213" cy="69959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9" y="0"/>
            <a:ext cx="11031181" cy="69983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1264" y="1102990"/>
            <a:ext cx="10912003" cy="130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不修改二进制代码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，分析汇编代码的计算过程、条件判断、分支结构等信息，逆向推理出程序的正确输入数据，完成逆向分析挑战。</a:t>
            </a:r>
            <a:endParaRPr lang="zh-CN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55" y="3161483"/>
            <a:ext cx="10780646" cy="1152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9527" y="1161584"/>
            <a:ext cx="11132946" cy="453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Binary Ninja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，获得二进制代码的反汇编代码及图形化视窗，提供截图</a:t>
            </a:r>
            <a:endParaRPr lang="zh-CN" altLang="zh-CN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逆向分析二进制代码的计算过程、数据结构、条件判断、分支结构等信息，在实验报告中记录逆向分析的详细过程</a:t>
            </a:r>
            <a:endParaRPr lang="zh-CN" altLang="zh-CN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运行程序，根据提示输入字符串和逆向挑战的结果，获得“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Congratulations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you made it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！”输出，将成功的截图复制到实验报告中</a:t>
            </a:r>
            <a:endParaRPr lang="zh-CN" altLang="zh-CN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WPS 演示</Application>
  <PresentationFormat>宽屏</PresentationFormat>
  <Paragraphs>29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方正姚体</vt:lpstr>
      <vt:lpstr>微软雅黑</vt:lpstr>
      <vt:lpstr>OPPOSans B</vt:lpstr>
      <vt:lpstr>Times New Roman</vt:lpstr>
      <vt:lpstr>Calibri</vt:lpstr>
      <vt:lpstr>Arial Unicode MS</vt:lpstr>
      <vt:lpstr>等线</vt:lpstr>
      <vt:lpstr>OPPOSans B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邓邓邓邓</cp:lastModifiedBy>
  <cp:revision>75</cp:revision>
  <dcterms:created xsi:type="dcterms:W3CDTF">2020-05-18T06:41:00Z</dcterms:created>
  <dcterms:modified xsi:type="dcterms:W3CDTF">2025-12-06T10:42:47Z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42FB70A8DCFF4AFA97616FBEBEE0F935_12</vt:lpwstr>
  </property>
</Properties>
</file>